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82" r:id="rId2"/>
    <p:sldId id="486" r:id="rId3"/>
    <p:sldId id="487" r:id="rId4"/>
    <p:sldId id="489" r:id="rId5"/>
    <p:sldId id="488" r:id="rId6"/>
    <p:sldId id="490" r:id="rId7"/>
    <p:sldId id="491" r:id="rId8"/>
    <p:sldId id="493" r:id="rId9"/>
    <p:sldId id="494" r:id="rId10"/>
    <p:sldId id="495" r:id="rId11"/>
    <p:sldId id="496" r:id="rId1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FA2743"/>
    <a:srgbClr val="548FF7"/>
    <a:srgbClr val="BBD5E8"/>
    <a:srgbClr val="E8EBE4"/>
    <a:srgbClr val="F5AE00"/>
    <a:srgbClr val="9B5222"/>
    <a:srgbClr val="FF871B"/>
    <a:srgbClr val="0000FF"/>
    <a:srgbClr val="00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85"/>
    <p:restoredTop sz="94910"/>
  </p:normalViewPr>
  <p:slideViewPr>
    <p:cSldViewPr snapToGrid="0" snapToObjects="1">
      <p:cViewPr varScale="1">
        <p:scale>
          <a:sx n="96" d="100"/>
          <a:sy n="96" d="100"/>
        </p:scale>
        <p:origin x="44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5256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721E-3609-C680-8C13-F8E4A6F6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BAD8B-9B44-043C-89B2-E72DF499F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7C7C2-397D-0BD5-19B3-AF3475555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16D3E-74BD-881A-1C19-B6A53E92B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020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254ED-50FE-CF7C-52CC-39A3CD71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3B90B-405A-DFEB-6CAA-2F7AEE94F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95858-FAFE-21A0-274D-1F92EB04C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D16C5-DA3D-522D-D8E0-873D04DB0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22607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092B-23A2-7562-BA88-0BB8DCC5F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BDEE0-69AC-8678-BAF2-C384BF6B9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146EE-491D-D616-49C4-6DE68AA7C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CA4A8-9664-745D-DA48-279CC191C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45471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A6E49-0539-3035-7880-DFCDAC54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5119C-9950-2909-19B3-685CAAC85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68583-EBC1-6CBD-9AE5-B3FE28D92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3F34-A5FD-0E4D-A0A3-813629FA3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29533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B440A-C9EC-6CD9-6409-044AB6B8E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E0659-D1F4-CCDC-0438-21B989AB8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80375-870C-DF66-A6DF-5DEEBB0A9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AAAE-890C-7134-0D3D-D93D56244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09190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15F3-6F8F-41E2-69C7-2AF7AB36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15895-6252-5C75-53C3-7E67F4869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45B13-0789-6586-1F2E-B1E9AE01F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FDE2A-576C-2736-F003-A7F7960F2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17355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239E0-3C52-1617-8110-0CF4E3F6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43D8E-52A6-0D30-5EBE-F9A62F38B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5B56F-7E93-08A8-5DE5-76D2E5A76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67F55-DE72-8249-361E-4A61A57FA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63325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52BE2-8480-25A7-AE09-2B1B30F5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5C05B-7C70-3002-B340-797924C67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946D0-5C56-CED0-BE25-BA4DB13C0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D17ED-B77D-B009-C677-7D301C1F3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08146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A607-224E-6064-CC1C-578863DD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E3337-B301-BA5A-B69E-01E4EE850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0E6C5-F591-6E1E-CAE8-F635AC977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E0749-989F-95A4-3017-987F98A63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100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13/04/2026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75929"/>
            <a:ext cx="11028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TD5: Questions from previous exams</a:t>
            </a: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AB9F1B-F323-D75E-6741-DF3053CC2764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1</a:t>
            </a:r>
          </a:p>
        </p:txBody>
      </p:sp>
      <p:pic>
        <p:nvPicPr>
          <p:cNvPr id="3" name="Picture 2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43DB4FBE-5932-53AA-6C29-C061A8DC5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64" y="959041"/>
            <a:ext cx="10166672" cy="493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4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8E1CE-22A2-B540-0441-A410425E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4AF451A5-DAA6-2EC0-2E44-BF9AA177D87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6D3478-EED5-5C68-420C-CEFC09B053AE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Exercises 2 and 3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5059E5D-BFDC-1213-B531-D561C510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399"/>
          <a:stretch>
            <a:fillRect/>
          </a:stretch>
        </p:blipFill>
        <p:spPr>
          <a:xfrm>
            <a:off x="1089904" y="924611"/>
            <a:ext cx="10012191" cy="25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1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5B0E-D339-0734-464D-7A7CF65E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3260244D-044D-6368-C0EE-921832BAEE6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673980-1060-5C49-472C-1D06BDABEDEF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Exercises 2 and 3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F8641E7-5CC5-2993-2115-BAD89494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04" y="924611"/>
            <a:ext cx="10012191" cy="561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4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BA7F-0BE9-64A3-553F-BE246208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EC74B0AF-F8A1-835A-311A-B24A4F9AA4D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D0C746-C8C9-4532-6D92-8708CD45038C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Exercises 4 and 5</a:t>
            </a:r>
          </a:p>
        </p:txBody>
      </p:sp>
      <p:pic>
        <p:nvPicPr>
          <p:cNvPr id="3" name="Picture 2" descr="A close-up of a sign&#10;&#10;AI-generated content may be incorrect.">
            <a:extLst>
              <a:ext uri="{FF2B5EF4-FFF2-40B4-BE49-F238E27FC236}">
                <a16:creationId xmlns:a16="http://schemas.microsoft.com/office/drawing/2014/main" id="{782844A5-4226-42CA-632D-E0F01FCEE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30" y="831282"/>
            <a:ext cx="10035540" cy="1287780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582065E-75BD-01A1-6E20-90C531633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30" y="1905856"/>
            <a:ext cx="479298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10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955A-1933-37C1-28AC-DEDC8010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06FB217-A10E-08F9-590B-33DD3DDD6F4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A5F530-0DB5-5A32-BF4C-88C4CDAAD99D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Exercises 4 and 5</a:t>
            </a:r>
          </a:p>
        </p:txBody>
      </p:sp>
      <p:pic>
        <p:nvPicPr>
          <p:cNvPr id="3" name="Picture 2" descr="A close-up of a sign&#10;&#10;AI-generated content may be incorrect.">
            <a:extLst>
              <a:ext uri="{FF2B5EF4-FFF2-40B4-BE49-F238E27FC236}">
                <a16:creationId xmlns:a16="http://schemas.microsoft.com/office/drawing/2014/main" id="{CFCD4FDE-7B49-96D1-AA68-7256A61A6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30" y="831282"/>
            <a:ext cx="10035540" cy="1287780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5938F8D-C968-CE40-A757-B202FEAF8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30" y="1905856"/>
            <a:ext cx="4792980" cy="1714500"/>
          </a:xfrm>
          <a:prstGeom prst="rect">
            <a:avLst/>
          </a:prstGeom>
        </p:spPr>
      </p:pic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D7F67F5B-97F7-B6F9-8DDF-41B251326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30" y="3620356"/>
            <a:ext cx="9738360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8F63-88DF-CE10-78AE-8F2CE4C3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138A9F0-EF28-FCC5-0599-62A1849AB00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4F3B7A-9F02-9EC3-F456-D76C2A42FDB5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6</a:t>
            </a:r>
          </a:p>
        </p:txBody>
      </p:sp>
      <p:pic>
        <p:nvPicPr>
          <p:cNvPr id="4" name="Picture 3" descr="A close-up of a letter&#10;&#10;AI-generated content may be incorrect.">
            <a:extLst>
              <a:ext uri="{FF2B5EF4-FFF2-40B4-BE49-F238E27FC236}">
                <a16:creationId xmlns:a16="http://schemas.microsoft.com/office/drawing/2014/main" id="{6D9F4914-9666-71DB-B5DC-330DBD055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96" y="1116496"/>
            <a:ext cx="11722208" cy="462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7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CB0A-C1B0-22A0-4D5B-09FCE2BD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D4FE9AF-7B2E-1CC0-4A47-F69D7FDE115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3F87D0-BCED-5AF1-8AE6-768450025639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7</a:t>
            </a:r>
          </a:p>
        </p:txBody>
      </p:sp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48E41023-B056-3FB5-139D-BC023945A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24" y="778291"/>
            <a:ext cx="8863771" cy="592491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EF9B579-1A14-3A46-A73C-A0D032049F9C}"/>
              </a:ext>
            </a:extLst>
          </p:cNvPr>
          <p:cNvGrpSpPr/>
          <p:nvPr/>
        </p:nvGrpSpPr>
        <p:grpSpPr>
          <a:xfrm>
            <a:off x="752889" y="2846937"/>
            <a:ext cx="4521475" cy="2202187"/>
            <a:chOff x="660124" y="3933616"/>
            <a:chExt cx="4521475" cy="2202187"/>
          </a:xfrm>
        </p:grpSpPr>
        <p:pic>
          <p:nvPicPr>
            <p:cNvPr id="6" name="Picture 5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CED88D27-1F96-6130-8628-0EBE225B4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0772"/>
            <a:stretch>
              <a:fillRect/>
            </a:stretch>
          </p:blipFill>
          <p:spPr>
            <a:xfrm>
              <a:off x="660124" y="4345103"/>
              <a:ext cx="4521475" cy="1790700"/>
            </a:xfrm>
            <a:prstGeom prst="rect">
              <a:avLst/>
            </a:prstGeom>
          </p:spPr>
        </p:pic>
        <p:pic>
          <p:nvPicPr>
            <p:cNvPr id="3" name="Picture 2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A614FA97-6725-E3FD-4F0F-732C33A0E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9332" y="3933616"/>
              <a:ext cx="3086100" cy="723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5807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9DA3-AB71-F72D-9C85-43F54AE7C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D25859E4-A8D6-1953-CD47-A054FCFEEC4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1A13F9-CFC8-61EC-C049-19BE6F0AEEEA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8</a:t>
            </a:r>
          </a:p>
        </p:txBody>
      </p:sp>
      <p:pic>
        <p:nvPicPr>
          <p:cNvPr id="4" name="Picture 3" descr="A close-up of a paper&#10;&#10;AI-generated content may be incorrect.">
            <a:extLst>
              <a:ext uri="{FF2B5EF4-FFF2-40B4-BE49-F238E27FC236}">
                <a16:creationId xmlns:a16="http://schemas.microsoft.com/office/drawing/2014/main" id="{53360332-83BE-F41D-C3B9-C2493D61F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2" y="1205593"/>
            <a:ext cx="11668535" cy="444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9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8D04-DCEF-F470-1CFC-C08BBE35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1774501F-A543-16A6-4A90-6E691447CBF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909B37-359E-BC07-4D82-312DE5BA8A44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9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74A22C48-E352-201A-2578-5693DB464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93" y="914939"/>
            <a:ext cx="11349814" cy="561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4A9C6-EBD5-7143-EF5C-34694C4F0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0177AAC-00A1-96FD-7DDE-A8EF60B7B25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9C0D09-FBB2-EBF6-4138-D9464F6334DC}"/>
              </a:ext>
            </a:extLst>
          </p:cNvPr>
          <p:cNvSpPr txBox="1"/>
          <p:nvPr/>
        </p:nvSpPr>
        <p:spPr>
          <a:xfrm>
            <a:off x="240033" y="5664"/>
            <a:ext cx="8414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10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35242E-0D8E-A618-B64E-0D988A5847B4}"/>
              </a:ext>
            </a:extLst>
          </p:cNvPr>
          <p:cNvGrpSpPr/>
          <p:nvPr/>
        </p:nvGrpSpPr>
        <p:grpSpPr>
          <a:xfrm>
            <a:off x="1084153" y="1005784"/>
            <a:ext cx="10023693" cy="5454650"/>
            <a:chOff x="444500" y="1403350"/>
            <a:chExt cx="7772400" cy="4229551"/>
          </a:xfrm>
        </p:grpSpPr>
        <p:pic>
          <p:nvPicPr>
            <p:cNvPr id="4" name="Picture 3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25C34A81-412B-2E30-A111-34CA56EC5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500" y="1403350"/>
              <a:ext cx="7772400" cy="2785837"/>
            </a:xfrm>
            <a:prstGeom prst="rect">
              <a:avLst/>
            </a:prstGeom>
          </p:spPr>
        </p:pic>
        <p:pic>
          <p:nvPicPr>
            <p:cNvPr id="6" name="Picture 5" descr="A close up of text&#10;&#10;AI-generated content may be incorrect.">
              <a:extLst>
                <a:ext uri="{FF2B5EF4-FFF2-40B4-BE49-F238E27FC236}">
                  <a16:creationId xmlns:a16="http://schemas.microsoft.com/office/drawing/2014/main" id="{25231878-1831-2CBB-BBAD-90EBA13AF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500" y="4068161"/>
              <a:ext cx="7772400" cy="15647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30880</TotalTime>
  <Words>77</Words>
  <Application>Microsoft Macintosh PowerPoint</Application>
  <PresentationFormat>Widescreen</PresentationFormat>
  <Paragraphs>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Lato</vt:lpstr>
      <vt:lpstr>Roboto Black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1033</cp:revision>
  <dcterms:created xsi:type="dcterms:W3CDTF">2022-01-14T10:39:20Z</dcterms:created>
  <dcterms:modified xsi:type="dcterms:W3CDTF">2026-04-13T13:11:59Z</dcterms:modified>
</cp:coreProperties>
</file>